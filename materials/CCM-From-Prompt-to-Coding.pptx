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68e4cf02374965" /><Relationship Type="http://schemas.openxmlformats.org/officeDocument/2006/relationships/extended-properties" Target="/docProps/app.xml" Id="Rb7de19bec9734b31" /><Relationship Type="http://schemas.openxmlformats.org/officeDocument/2006/relationships/officeDocument" Target="/ppt/presentation.xml" Id="R64dddae4b68e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fb8d0fb674843"/>
  </p:sldMasterIdLst>
  <p:notesMasterIdLst>
    <p:notesMasterId xmlns:r="http://schemas.openxmlformats.org/officeDocument/2006/relationships" r:id="R8c840efe80e24383"/>
  </p:notesMasterIdLst>
  <p:sldIdLst>
    <p:sldId xmlns:r="http://schemas.openxmlformats.org/officeDocument/2006/relationships" id="256" r:id="R9359dd95ef5c4100"/>
    <p:sldId xmlns:r="http://schemas.openxmlformats.org/officeDocument/2006/relationships" id="257" r:id="Rf4e1e623d3a44f72"/>
    <p:sldId xmlns:r="http://schemas.openxmlformats.org/officeDocument/2006/relationships" id="258" r:id="R6f19938122c74733"/>
    <p:sldId xmlns:r="http://schemas.openxmlformats.org/officeDocument/2006/relationships" id="259" r:id="R115a8eb40ed744f6"/>
    <p:sldId xmlns:r="http://schemas.openxmlformats.org/officeDocument/2006/relationships" id="260" r:id="Reb9180ee7c14466d"/>
    <p:sldId xmlns:r="http://schemas.openxmlformats.org/officeDocument/2006/relationships" id="261" r:id="R8559206ec2c74776"/>
    <p:sldId xmlns:r="http://schemas.openxmlformats.org/officeDocument/2006/relationships" id="262" r:id="R6969745f0eaf4460"/>
    <p:sldId xmlns:r="http://schemas.openxmlformats.org/officeDocument/2006/relationships" id="263" r:id="R5799bc0a1bf04015"/>
    <p:sldId xmlns:r="http://schemas.openxmlformats.org/officeDocument/2006/relationships" id="264" r:id="Re1eb53b7ded64c73"/>
    <p:sldId xmlns:r="http://schemas.openxmlformats.org/officeDocument/2006/relationships" id="265" r:id="R89a5447cc5c74afc"/>
    <p:sldId xmlns:r="http://schemas.openxmlformats.org/officeDocument/2006/relationships" id="266" r:id="Rce84feb1cc6448f6"/>
    <p:sldId xmlns:r="http://schemas.openxmlformats.org/officeDocument/2006/relationships" id="267" r:id="R3bba74955223458d"/>
    <p:sldId xmlns:r="http://schemas.openxmlformats.org/officeDocument/2006/relationships" id="268" r:id="R38c829e6937c4085"/>
    <p:sldId xmlns:r="http://schemas.openxmlformats.org/officeDocument/2006/relationships" id="269" r:id="R138181acd8e54b84"/>
    <p:sldId xmlns:r="http://schemas.openxmlformats.org/officeDocument/2006/relationships" id="270" r:id="R990ef9e4f4384a72"/>
    <p:sldId xmlns:r="http://schemas.openxmlformats.org/officeDocument/2006/relationships" id="271" r:id="Rfb63f9afc6b64f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d427f4fd2f4543" /><Relationship Type="http://schemas.openxmlformats.org/officeDocument/2006/relationships/slideMaster" Target="/ppt/slideMasters/slideMaster1.xml" Id="Rf54fb8d0fb674843" /><Relationship Type="http://schemas.openxmlformats.org/officeDocument/2006/relationships/notesMaster" Target="/ppt/notesMasters/notesMaster1.xml" Id="R8c840efe80e24383" /><Relationship Type="http://schemas.openxmlformats.org/officeDocument/2006/relationships/presProps" Target="/ppt/presProps.xml" Id="R3447821b8f834c94" /><Relationship Type="http://schemas.openxmlformats.org/officeDocument/2006/relationships/tableStyles" Target="/ppt/tableStyles.xml" Id="R8c48b62d1c104b51" /><Relationship Type="http://schemas.openxmlformats.org/officeDocument/2006/relationships/slide" Target="/ppt/slides/slide1.xml" Id="R9359dd95ef5c4100" /><Relationship Type="http://schemas.openxmlformats.org/officeDocument/2006/relationships/slide" Target="/ppt/slides/slide2.xml" Id="Rf4e1e623d3a44f72" /><Relationship Type="http://schemas.openxmlformats.org/officeDocument/2006/relationships/slide" Target="/ppt/slides/slide3.xml" Id="R6f19938122c74733" /><Relationship Type="http://schemas.openxmlformats.org/officeDocument/2006/relationships/slide" Target="/ppt/slides/slide4.xml" Id="R115a8eb40ed744f6" /><Relationship Type="http://schemas.openxmlformats.org/officeDocument/2006/relationships/slide" Target="/ppt/slides/slide5.xml" Id="Reb9180ee7c14466d" /><Relationship Type="http://schemas.openxmlformats.org/officeDocument/2006/relationships/slide" Target="/ppt/slides/slide6.xml" Id="R8559206ec2c74776" /><Relationship Type="http://schemas.openxmlformats.org/officeDocument/2006/relationships/slide" Target="/ppt/slides/slide7.xml" Id="R6969745f0eaf4460" /><Relationship Type="http://schemas.openxmlformats.org/officeDocument/2006/relationships/slide" Target="/ppt/slides/slide8.xml" Id="R5799bc0a1bf04015" /><Relationship Type="http://schemas.openxmlformats.org/officeDocument/2006/relationships/slide" Target="/ppt/slides/slide9.xml" Id="Re1eb53b7ded64c73" /><Relationship Type="http://schemas.openxmlformats.org/officeDocument/2006/relationships/slide" Target="/ppt/slides/slide10.xml" Id="R89a5447cc5c74afc" /><Relationship Type="http://schemas.openxmlformats.org/officeDocument/2006/relationships/slide" Target="/ppt/slides/slide11.xml" Id="Rce84feb1cc6448f6" /><Relationship Type="http://schemas.openxmlformats.org/officeDocument/2006/relationships/slide" Target="/ppt/slides/slide12.xml" Id="R3bba74955223458d" /><Relationship Type="http://schemas.openxmlformats.org/officeDocument/2006/relationships/slide" Target="/ppt/slides/slide13.xml" Id="R38c829e6937c4085" /><Relationship Type="http://schemas.openxmlformats.org/officeDocument/2006/relationships/slide" Target="/ppt/slides/slide14.xml" Id="R138181acd8e54b84" /><Relationship Type="http://schemas.openxmlformats.org/officeDocument/2006/relationships/slide" Target="/ppt/slides/slide15.xml" Id="R990ef9e4f4384a72" /><Relationship Type="http://schemas.openxmlformats.org/officeDocument/2006/relationships/slide" Target="/ppt/slides/slide16.xml" Id="Rfb63f9afc6b6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ab130ef053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26fdc8f204d47" /><Relationship Type="http://schemas.openxmlformats.org/officeDocument/2006/relationships/notesMaster" Target="/ppt/notesMasters/notesMaster1.xml" Id="R122655750230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6b305cfe7d4520" /><Relationship Type="http://schemas.openxmlformats.org/officeDocument/2006/relationships/notesMaster" Target="/ppt/notesMasters/notesMaster1.xml" Id="Rebafc2d44a05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35c4db769f4421" /><Relationship Type="http://schemas.openxmlformats.org/officeDocument/2006/relationships/notesMaster" Target="/ppt/notesMasters/notesMaster1.xml" Id="R38d970f516024a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1478a24064706" /><Relationship Type="http://schemas.openxmlformats.org/officeDocument/2006/relationships/notesMaster" Target="/ppt/notesMasters/notesMaster1.xml" Id="Rfe8295a72fa7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e07ef61944c86" /><Relationship Type="http://schemas.openxmlformats.org/officeDocument/2006/relationships/notesMaster" Target="/ppt/notesMasters/notesMaster1.xml" Id="Ra2548498889c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22c15c11d4090" /><Relationship Type="http://schemas.openxmlformats.org/officeDocument/2006/relationships/notesMaster" Target="/ppt/notesMasters/notesMaster1.xml" Id="R1ac3a4f92b86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d94cfaadd8466e" /><Relationship Type="http://schemas.openxmlformats.org/officeDocument/2006/relationships/notesMaster" Target="/ppt/notesMasters/notesMaster1.xml" Id="Rbaea0e1faa8840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08719010bb4fb7" /><Relationship Type="http://schemas.openxmlformats.org/officeDocument/2006/relationships/notesMaster" Target="/ppt/notesMasters/notesMaster1.xml" Id="Ra20c7665a1c142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516f487eca4a1b" /><Relationship Type="http://schemas.openxmlformats.org/officeDocument/2006/relationships/notesMaster" Target="/ppt/notesMasters/notesMaster1.xml" Id="Rf7c327fe1bc147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e95e2fb2b4058" /><Relationship Type="http://schemas.openxmlformats.org/officeDocument/2006/relationships/notesMaster" Target="/ppt/notesMasters/notesMaster1.xml" Id="R2bc021c10b1849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8956691c244a7f" /><Relationship Type="http://schemas.openxmlformats.org/officeDocument/2006/relationships/notesMaster" Target="/ppt/notesMasters/notesMaster1.xml" Id="R5511ebaebce641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0202711f25435c" /><Relationship Type="http://schemas.openxmlformats.org/officeDocument/2006/relationships/notesMaster" Target="/ppt/notesMasters/notesMaster1.xml" Id="Ra7f8913d4e2e47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d9af974e2b4fee" /><Relationship Type="http://schemas.openxmlformats.org/officeDocument/2006/relationships/notesMaster" Target="/ppt/notesMasters/notesMaster1.xml" Id="R3a83c549b75d41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227f3ae7704e83" /><Relationship Type="http://schemas.openxmlformats.org/officeDocument/2006/relationships/notesMaster" Target="/ppt/notesMasters/notesMaster1.xml" Id="R3bd8ee85337c46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d83b4207db4a15" /><Relationship Type="http://schemas.openxmlformats.org/officeDocument/2006/relationships/notesMaster" Target="/ppt/notesMasters/notesMaster1.xml" Id="R45b2d4a0b0f440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3e64eebb1f417b" /><Relationship Type="http://schemas.openxmlformats.org/officeDocument/2006/relationships/notesMaster" Target="/ppt/notesMasters/notesMaster1.xml" Id="Rd360fb23eddd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0–2 min. Welcome beginners. Ask who has never written code. Today everyone will direct and test a small program.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2–5 min. Run adventure.py live. Let the room vote. Ask someone to predict the next ending. Keep this playful.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60-minute structure. Pair participants so each has support. The objective is a working program they can explain.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5–10 min. Open hello.py. Use Run Python File in Terminal. Point to where input goes. Ask participants to change the greeting, save and rerun.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for participants to succeed. Ask for a show of hands. If setup fails, pair them with a working computer and use the sample file.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10–13 min. Show these parts in adventure.py. Explain indentation as grouping lines under a choice. Avoid a full syntax lecture.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13–18 min. Ask what is missing from the vague prompt. Show how the specific prompt sets requirements. Participants make the design choices.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full copyable prompt in PROMPTS.md or the handout. Ask Copilot to put the code in my_project.py. Review code before running.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18–33 min. Allow theme choice. Keep two initial paths and one extra decision per path. Use adventure.py as backup. Circulate to help people run code.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 participant to explain one input and one decision. AI can produce plausible code with errors. Use fictional information and avoid account credentials in prompts.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33–40 min. One person drives, the other predicts and tests. Swap roles halfway through. The example normalizes case and spaces, but their generated code may differ.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40–45 min. Make one change. If it already works, improve the message for invalid input. Fast finishers may add play-again with an exit choice.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reference while circulating. Encourage copying the exact error, saving the file and rerunning after the fix. Do not treat every failure as a reason to regenerate the whole program.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45–55 min. Invite several pairs, depending on group size. Celebrate story choices and clear testing. Avoid ranking people on coding ability.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55–58 min. Faculty can build a subject quiz, students a study helper. Keep examples conceptual. Ask what the program would ask and display.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58–60 min. Verify files are saved outside temporary training accounts. GitHub commits are optional after the session. Close with: What did you decide that AI could not decide for you?</a:t>
            </a:r>
          </a:p>
          <a:p xmlns:a="http://schemas.openxmlformats.org/drawingml/2006/main">
            <a:r>
              <a:t>Logo source: https://www.ccm.edu/wp-content/uploads/2024/03/CCM-Logo.jpeg. Workshop activities and fictional story created for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5dd2c6f294f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395ea47dc43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e31538f764d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573f28f8f44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c1f06d8d543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8b9f3456041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8716CA-68AB-4763-B15D-4D9FC2ECF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6D3B85-E2D1-4A8C-8586-0AA733F986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0828A8-AF92-4C13-AC61-3C6C1FDE1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8F35AF-1B62-41A4-BD13-8AE47CA8E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D3F59F-B881-4F70-962D-AC42ABCB7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2CF6AA-13EA-42D0-B436-FD5927AD9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AF4FFA-35E6-4CB0-A1AA-7BDC3794CB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3354F6-4B12-4F26-B8A3-7EA2A1B626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62AF64-ED6C-46EA-8F9C-02165BAE2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92926B-1B27-4252-A8DE-CD5D1522B1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56f3fd2194b59" /><Relationship Type="http://schemas.openxmlformats.org/officeDocument/2006/relationships/slideLayout" Target="/ppt/slideLayouts/slideLayout1.xml" Id="Rcd0bf6c1e82e4f72" /><Relationship Type="http://schemas.openxmlformats.org/officeDocument/2006/relationships/slideLayout" Target="/ppt/slideLayouts/slideLayout2.xml" Id="R29f564b59ba54424" /><Relationship Type="http://schemas.openxmlformats.org/officeDocument/2006/relationships/slideLayout" Target="/ppt/slideLayouts/slideLayout3.xml" Id="R60c021941cf740af" /><Relationship Type="http://schemas.openxmlformats.org/officeDocument/2006/relationships/slideLayout" Target="/ppt/slideLayouts/slideLayout4.xml" Id="R7f0f640d5f7b460a" /><Relationship Type="http://schemas.openxmlformats.org/officeDocument/2006/relationships/slideLayout" Target="/ppt/slideLayouts/slideLayout5.xml" Id="Rfe7b6932b3c34323" /><Relationship Type="http://schemas.openxmlformats.org/officeDocument/2006/relationships/slideLayout" Target="/ppt/slideLayouts/slideLayout6.xml" Id="R28a1b6a2e99f4a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0bf6c1e82e4f72"/>
    <p:sldLayoutId xmlns:r="http://schemas.openxmlformats.org/officeDocument/2006/relationships" id="2147483650" r:id="R29f564b59ba54424"/>
    <p:sldLayoutId xmlns:r="http://schemas.openxmlformats.org/officeDocument/2006/relationships" id="2147483651" r:id="R60c021941cf740af"/>
    <p:sldLayoutId xmlns:r="http://schemas.openxmlformats.org/officeDocument/2006/relationships" id="2147483652" r:id="R7f0f640d5f7b460a"/>
    <p:sldLayoutId xmlns:r="http://schemas.openxmlformats.org/officeDocument/2006/relationships" id="2147483653" r:id="Rfe7b6932b3c34323"/>
    <p:sldLayoutId xmlns:r="http://schemas.openxmlformats.org/officeDocument/2006/relationships" id="2147483654" r:id="R28a1b6a2e99f4a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c0dcb56d34462" /><Relationship Type="http://schemas.openxmlformats.org/officeDocument/2006/relationships/image" Target="/ppt/media/image.png" Id="R69580eddf0cb4d3f" /><Relationship Type="http://schemas.openxmlformats.org/officeDocument/2006/relationships/notesSlide" Target="/ppt/notesSlides/notesSlide1.xml" Id="R1643211194ff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e49c786354084" /><Relationship Type="http://schemas.openxmlformats.org/officeDocument/2006/relationships/image" Target="/ppt/media/image2.png" Id="R2dfd92abcc5d497a" /><Relationship Type="http://schemas.openxmlformats.org/officeDocument/2006/relationships/notesSlide" Target="/ppt/notesSlides/notesSlide2.xml" Id="Rfd4e27eef3404d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f926cccd64c24" /><Relationship Type="http://schemas.openxmlformats.org/officeDocument/2006/relationships/image" Target="/ppt/media/image3.png" Id="R59c86d59a9a049e1" /><Relationship Type="http://schemas.openxmlformats.org/officeDocument/2006/relationships/notesSlide" Target="/ppt/notesSlides/notesSlide3.xml" Id="Race12bcbc6ec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3e3fd00414c66" /><Relationship Type="http://schemas.openxmlformats.org/officeDocument/2006/relationships/image" Target="/ppt/media/image4.png" Id="Reb529a3f9a4b455c" /><Relationship Type="http://schemas.openxmlformats.org/officeDocument/2006/relationships/notesSlide" Target="/ppt/notesSlides/notesSlide4.xml" Id="Racb69642877c40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303d486bf4c47" /><Relationship Type="http://schemas.openxmlformats.org/officeDocument/2006/relationships/image" Target="/ppt/media/image5.png" Id="Ra17d4a1784ec455a" /><Relationship Type="http://schemas.openxmlformats.org/officeDocument/2006/relationships/notesSlide" Target="/ppt/notesSlides/notesSlide5.xml" Id="R9d304cee7d2c43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1f06b775048ad" /><Relationship Type="http://schemas.openxmlformats.org/officeDocument/2006/relationships/image" Target="/ppt/media/image6.png" Id="Rd2a4b931c7294d3e" /><Relationship Type="http://schemas.openxmlformats.org/officeDocument/2006/relationships/notesSlide" Target="/ppt/notesSlides/notesSlide6.xml" Id="R1d2c0b45efad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00c5e862f45aa" /><Relationship Type="http://schemas.openxmlformats.org/officeDocument/2006/relationships/image" Target="/ppt/media/image7.png" Id="R4eceff7658884353" /><Relationship Type="http://schemas.openxmlformats.org/officeDocument/2006/relationships/notesSlide" Target="/ppt/notesSlides/notesSlide7.xml" Id="R8d842923282d4a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742f29a124e07" /><Relationship Type="http://schemas.openxmlformats.org/officeDocument/2006/relationships/image" Target="/ppt/media/image8.png" Id="Rd622686cf6ca416a" /><Relationship Type="http://schemas.openxmlformats.org/officeDocument/2006/relationships/notesSlide" Target="/ppt/notesSlides/notesSlide8.xml" Id="Rc408bb7f04a1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de53d7d444be9" /><Relationship Type="http://schemas.openxmlformats.org/officeDocument/2006/relationships/image" Target="/ppt/media/image9.png" Id="Re9a3e3ec8f4b4525" /><Relationship Type="http://schemas.openxmlformats.org/officeDocument/2006/relationships/notesSlide" Target="/ppt/notesSlides/notesSlide9.xml" Id="R0a846030706b45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65ce8278540f3" /><Relationship Type="http://schemas.openxmlformats.org/officeDocument/2006/relationships/image" Target="/ppt/media/image10.png" Id="Re9c9f1be09314662" /><Relationship Type="http://schemas.openxmlformats.org/officeDocument/2006/relationships/notesSlide" Target="/ppt/notesSlides/notesSlide10.xml" Id="R8cd98220d86644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39496a9434591" /><Relationship Type="http://schemas.openxmlformats.org/officeDocument/2006/relationships/image" Target="/ppt/media/image11.png" Id="Rafb76ed7d6ee4fbc" /><Relationship Type="http://schemas.openxmlformats.org/officeDocument/2006/relationships/notesSlide" Target="/ppt/notesSlides/notesSlide11.xml" Id="Rc33c6dcb14c542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3ffeea5b24353" /><Relationship Type="http://schemas.openxmlformats.org/officeDocument/2006/relationships/image" Target="/ppt/media/image12.png" Id="Re1f4f6c560ef4db3" /><Relationship Type="http://schemas.openxmlformats.org/officeDocument/2006/relationships/notesSlide" Target="/ppt/notesSlides/notesSlide12.xml" Id="R43943e3c6ffb47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e25ca31004a72" /><Relationship Type="http://schemas.openxmlformats.org/officeDocument/2006/relationships/image" Target="/ppt/media/image13.png" Id="R63ac6f0188cf4e00" /><Relationship Type="http://schemas.openxmlformats.org/officeDocument/2006/relationships/notesSlide" Target="/ppt/notesSlides/notesSlide13.xml" Id="Rd3374281cf1040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032f502ad4c6b" /><Relationship Type="http://schemas.openxmlformats.org/officeDocument/2006/relationships/image" Target="/ppt/media/image14.png" Id="Rda3ec6db43654781" /><Relationship Type="http://schemas.openxmlformats.org/officeDocument/2006/relationships/notesSlide" Target="/ppt/notesSlides/notesSlide14.xml" Id="Rb798d97f75f94f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b30e3295842fa" /><Relationship Type="http://schemas.openxmlformats.org/officeDocument/2006/relationships/image" Target="/ppt/media/image15.png" Id="Ra821152529a347cd" /><Relationship Type="http://schemas.openxmlformats.org/officeDocument/2006/relationships/notesSlide" Target="/ppt/notesSlides/notesSlide15.xml" Id="R18dbee6e20e24f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1f56e5dd74f85" /><Relationship Type="http://schemas.openxmlformats.org/officeDocument/2006/relationships/image" Target="/ppt/media/image16.png" Id="R88142a934e5c45c3" /><Relationship Type="http://schemas.openxmlformats.org/officeDocument/2006/relationships/notesSlide" Target="/ppt/notesSlides/notesSlide16.xml" Id="R6223c86e15034f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76573-8BB4-472F-862E-036AAB333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80eddf0cb4d3f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F1B29-2250-4994-8704-491C7920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52C4D"/>
                </a:solidFill>
              </a:defRPr>
            </a:pPr>
            <a:r>
              <a:rPr sz="4800" b="1">
                <a:solidFill>
                  <a:srgbClr val="152C4D"/>
                </a:solidFill>
              </a:rPr>
              <a:t>From Prompt to 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32F86-8565-419B-8B6C-62BA328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64A3"/>
                </a:solidFill>
              </a:defRPr>
            </a:pPr>
            <a:r>
              <a:rPr sz="2850" b="1">
                <a:solidFill>
                  <a:srgbClr val="1264A3"/>
                </a:solidFill>
              </a:rPr>
              <a:t>Coding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056C8-4069-4DD6-AA1E-4B10B802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 hands-on Python workshop for students and faculty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Professor Amjed Hedhli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5CCB0-75D0-4E11-920B-B72B1BA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1166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31EE6-5B86-46C6-9581-A9A70ED82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d92abcc5d497a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D56EC-4E6B-4441-AF96-204AA2E9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The room chooses the adventure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9A91-2B69-467B-8265-4358358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Library or cafe?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4C995-139B-4BBE-91D9-59971643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 mystery prize is hidden on a fictional campus.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Where should our explorer go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660A-65FD-4DC8-849C-57DAD2D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0864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689D8-6BC9-4A19-8BF0-17C3BF9AB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86d59a9a049e1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91178-B705-4BBD-8C61-7B6C7617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Today’s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1FEE-4019-49B8-BD9A-A730506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 working program in the first 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63184-4446-42BE-B399-35D818A2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5–10  Your first program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10–18  A clear prompt and a few Python words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18–33  Your own adventure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33–45  Partner testing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45–60  Showcases and saving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6BC5C-C03E-497D-BE73-FE7F4F3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2683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444E5-3830-47EC-B048-C8B08ADCE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29a3f9a4b455c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E1FB3-B05A-4341-87AD-CFB6CB3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Your first Python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6196-93BE-4951-AAAF-96104F75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 nickname becomes a greeting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34D9-08E2-4480-9291-72848CA1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263748"/>
                </a:solidFill>
              </a:defRPr>
            </a:pPr>
            <a:r>
              <a:rPr sz="2700" b="0">
                <a:solidFill>
                  <a:srgbClr val="263748"/>
                </a:solidFill>
              </a:rPr>
              <a:t>name = input("Your nickname: ")</a:t>
            </a:r>
          </a:p>
          <a:p xmlns:a="http://schemas.openxmlformats.org/drawingml/2006/main">
            <a:pPr>
              <a:defRPr sz="2700" b="0">
                <a:solidFill>
                  <a:srgbClr val="263748"/>
                </a:solidFill>
              </a:defRPr>
            </a:pPr>
            <a:r>
              <a:rPr sz="2700" b="0">
                <a:solidFill>
                  <a:srgbClr val="263748"/>
                </a:solidFill>
              </a:rPr>
              <a:t>print(f"Welcome, {name}!")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1DC42-F14C-4868-A13F-0F5D8E8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761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77DF1-F022-4870-A2E7-7EF3A1B96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d4a1784ec455a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460B2-FE8B-4431-B0E0-BF9C4C54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A small change counts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D2221-41E7-43F5-863B-66B485D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Your first creative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98273-7340-4D1E-98A6-EBAAE1B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Change the greeting to something funny.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Save the file. Run it again.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Show your partner what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315-F0B1-45F2-9311-F20C3A3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6077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4F90E-0CB7-43CF-8B87-63D02FC29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4b931c7294d3e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10553-03B4-4240-9338-E78629CE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Python in everyday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1CEAF-39F1-433F-8E4F-1B54DFAC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Ask. Remember. Display. Choose.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EF39A-D4F5-4FDA-BE45-D79F398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input() asks a question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 variable remembers a value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print() displays a message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if / elif / else makes a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EDD1D-8BC7-4A0D-A7CE-89E263A5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0184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7488E-4153-4CA7-956F-C6D3B9432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eff7658884353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1071-4D33-4048-92BE-E5D84CE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A clear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79FDA-BF34-474B-B429-921AE77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“Make me a game” leaves many choices 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8E7D8-8365-456E-8713-8F34A39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Tell AI the purpose and the audience.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Name the choices and expected endings.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Keep the first version small.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Ask for an explanation and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AC4AC-C6A0-4447-8BE1-3FB49DB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4000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B4672-D331-4C20-B3C3-388508BDB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2686cf6ca416a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FBF8D-F180-4199-9AB9-0DC16F5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Our adventure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54635-201D-4066-B755-18A18F5A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 short program with different endings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1E196-1AF5-4C3B-93FF-912CF8F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Create a funny campus adventure in Python. Ask for a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nickname, then library or cafe. Add one more choice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on each path and different endings. Handle unexpected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input. Use basic Python, no packages, and around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30 lines. Explain each section.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F522F-67DD-4FF0-BA61-3EC0ABC1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5165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552AC-DBEA-4250-95D8-DFEA5E099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3e3ec8f4b4525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33196-00EC-4ED3-89F5-F3E31A85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Your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43F52-DF56-4BA7-85E8-7AB7553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What happens in your story?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BA825-2754-42C8-9719-8A9EE80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Space rescue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Haunted campus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Talking animals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Your own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DD194-6061-45A3-A39F-1F863BA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70653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36D7-B9B9-43D8-A12F-467405A94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9f1be09314662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F31AF-324E-4819-8A3D-CCDCFA9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AI suggestions need a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402A2-0343-4305-A431-C149618E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You decide whether the program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EF6A6-69AC-463D-8522-B7EA3E3E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information goes in?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decision happens?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result should come out?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764A1-47B3-4B92-9588-24F481B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0704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86DB4-2B5D-4E7C-986B-3B11EA183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76ed7d6ee4fbc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A2793-3D78-48E2-88FC-F976A541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The partner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A4E4F-4695-46D8-8873-886BFC2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Can you surprise the program?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593A-EF25-4E8C-B9AE-F05E9B5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Try both story paths.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Try LIBRARY and extra spaces.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Try a blank answer or a surprising word.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Predict the result, then run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00700-8FCF-48ED-8DF2-F79959B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9010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0844-E0AC-4BD7-BDA0-06746D4F72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4f6c560ef4db3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15D2-59E9-4958-9C41-7A848FFF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One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FAD6-BFDF-4C94-868F-F6D6AD38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 small request is easier to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18A23-7EF0-4CEF-B84F-C9353AC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“Accept uppercase answers and extra spaces.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Explain the change and give me two tests.”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Run again. Did the change work?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F3A4-4B7C-49C1-B8EA-C7B61EB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7398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2DA6F-0571-4166-A244-4DEB4F2F4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c6f0188cf4e00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C4E34-CED4-4719-9D9D-F6096B63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When code gets stuck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2D06-4A8F-4D59-9602-6E7F316D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An error gives you information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78BEB-5EC0-4C6F-8BB1-EEA546B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I expected [result].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I got [actual result].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Here is my code and full error: [paste].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Explain the cause and the smallest fix.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D46E2-B5DF-4F1C-BECC-6F8533D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311516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9E8D5-0AED-461D-A00E-9437FC836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ec6db43654781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41FF5-A17E-40C3-B435-95561243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Your 30-second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37B80-7794-4065-9B0F-817FC6CB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The funniest ending or most surprising twist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90F39-EFBB-44BA-ABF9-4F5948A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did you create?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did you change?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How did you test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115B7-7419-4FF4-B763-D1C2CA86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02107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AFB2B-F764-4E43-957C-69A3EC6FF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1152529a347cd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6B150-3224-49EF-A6A7-AC3EA588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Your next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C83B1-34A3-40D2-8726-E516B2F7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A useful idea can start small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CA8E0-9794-44EE-8483-63E877A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 subject quiz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An event budget calculator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A study timer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What would help you in class or at work?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FCB3F-1111-46B0-B090-D5E9AAE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5333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384E-FB48-4548-958E-D64050B06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42a934e5c45c3"/>
          <a:stretch xmlns:a="http://schemas.openxmlformats.org/drawingml/2006/main"/>
        </p:blipFill>
        <p:spPr>
          <a:xfrm xmlns:a="http://schemas.openxmlformats.org/drawingml/2006/main">
            <a:off x="10477500" y="383881"/>
            <a:ext cx="1000125" cy="94673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18901-0105-4A0A-A1D6-83B5E892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52C4D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C4D"/>
                </a:solidFill>
              </a:defRPr>
            </a:pPr>
            <a:r>
              <a:rPr sz="3300" b="1">
                <a:solidFill>
                  <a:srgbClr val="152C4D"/>
                </a:solidFill>
              </a:rPr>
              <a:t>Your work goes with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1BB54-BCF7-4E63-B633-5DE0D4FD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264A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64A3"/>
                </a:solidFill>
              </a:defRPr>
            </a:pPr>
            <a:r>
              <a:rPr sz="2400" b="1">
                <a:solidFill>
                  <a:srgbClr val="1264A3"/>
                </a:solidFill>
              </a:rPr>
              <a:t>Save before leaving the training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244D3-4E1B-491B-BBBE-8EC0A725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63748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Save your .py file to your own approved storage.</a:t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Explain one line to your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748"/>
                </a:solidFill>
              </a:defRPr>
            </a:pPr>
            <a:r>
              <a:rPr sz="2250" b="0">
                <a:solidFill>
                  <a:srgbClr val="263748"/>
                </a:solidFill>
              </a:rPr>
              <a:t>github.com/ahedhli12/CCM-From-Prompt-to-Program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BD5AA-C510-4641-AE3D-984EFB1E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0708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80"/>
                </a:solidFill>
              </a:defRPr>
            </a:pPr>
            <a:r>
              <a:rPr sz="1350" b="0">
                <a:solidFill>
                  <a:srgbClr val="6070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94486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2026-10-15T18:06:02.6090000Z</dcterms:created>
  <dcterms:modified xsi:type="dcterms:W3CDTF">2026-10-15T18:06:02.6090000Z</dcterms:modified>
</coreProperties>
</file>